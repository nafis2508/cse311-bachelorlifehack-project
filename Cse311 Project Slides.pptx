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687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93D8B-7E0B-0F2A-9D2F-D9D3A8528F31}" v="1942" dt="2021-01-13T20:05:25.848"/>
    <p1510:client id="{EF13F5AA-79D4-4E51-9532-D0881D8C0DBE}" v="53" dt="2021-01-14T06:30:29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F70329-6762-411E-A4BC-B648D902D6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0C310C-120A-4634-8EDE-948D920265C0}">
      <dgm:prSet/>
      <dgm:spPr/>
      <dgm:t>
        <a:bodyPr/>
        <a:lstStyle/>
        <a:p>
          <a:r>
            <a:rPr lang="en-US"/>
            <a:t>Product </a:t>
          </a:r>
        </a:p>
      </dgm:t>
    </dgm:pt>
    <dgm:pt modelId="{2DC98AC5-091E-4A46-A1E5-EF549EAE43D8}" type="parTrans" cxnId="{C5CA8597-3055-4E1C-96A4-479B352680A1}">
      <dgm:prSet/>
      <dgm:spPr/>
      <dgm:t>
        <a:bodyPr/>
        <a:lstStyle/>
        <a:p>
          <a:endParaRPr lang="en-US"/>
        </a:p>
      </dgm:t>
    </dgm:pt>
    <dgm:pt modelId="{0306F9E3-8C38-47F7-911F-AE3280347B91}" type="sibTrans" cxnId="{C5CA8597-3055-4E1C-96A4-479B352680A1}">
      <dgm:prSet/>
      <dgm:spPr/>
      <dgm:t>
        <a:bodyPr/>
        <a:lstStyle/>
        <a:p>
          <a:endParaRPr lang="en-US"/>
        </a:p>
      </dgm:t>
    </dgm:pt>
    <dgm:pt modelId="{55160902-9C43-40E6-BE97-83B662BE7069}">
      <dgm:prSet/>
      <dgm:spPr/>
      <dgm:t>
        <a:bodyPr/>
        <a:lstStyle/>
        <a:p>
          <a:r>
            <a:rPr lang="en-US"/>
            <a:t>Bachelor_Buyer </a:t>
          </a:r>
        </a:p>
      </dgm:t>
    </dgm:pt>
    <dgm:pt modelId="{057AAB52-A890-48E1-95E1-E5495FF45360}" type="parTrans" cxnId="{D100CC74-87F4-4B4C-8790-68543873484C}">
      <dgm:prSet/>
      <dgm:spPr/>
      <dgm:t>
        <a:bodyPr/>
        <a:lstStyle/>
        <a:p>
          <a:endParaRPr lang="en-US"/>
        </a:p>
      </dgm:t>
    </dgm:pt>
    <dgm:pt modelId="{43D6093B-EFAC-42BE-9430-29E656BFE4C7}" type="sibTrans" cxnId="{D100CC74-87F4-4B4C-8790-68543873484C}">
      <dgm:prSet/>
      <dgm:spPr/>
      <dgm:t>
        <a:bodyPr/>
        <a:lstStyle/>
        <a:p>
          <a:endParaRPr lang="en-US"/>
        </a:p>
      </dgm:t>
    </dgm:pt>
    <dgm:pt modelId="{3B7934F5-4D6A-48BA-8F8A-8C2A4D184DB4}">
      <dgm:prSet/>
      <dgm:spPr/>
      <dgm:t>
        <a:bodyPr/>
        <a:lstStyle/>
        <a:p>
          <a:r>
            <a:rPr lang="en-US"/>
            <a:t>Commercial_Buyer</a:t>
          </a:r>
        </a:p>
      </dgm:t>
    </dgm:pt>
    <dgm:pt modelId="{46AEC75F-A4CC-4E52-BA08-0BDBC1A7A238}" type="parTrans" cxnId="{A1141A5A-A0D4-40CC-B374-AF3FE83138CD}">
      <dgm:prSet/>
      <dgm:spPr/>
      <dgm:t>
        <a:bodyPr/>
        <a:lstStyle/>
        <a:p>
          <a:endParaRPr lang="en-US"/>
        </a:p>
      </dgm:t>
    </dgm:pt>
    <dgm:pt modelId="{DE6C310F-A31B-45CA-9B78-CAF9F754FA68}" type="sibTrans" cxnId="{A1141A5A-A0D4-40CC-B374-AF3FE83138CD}">
      <dgm:prSet/>
      <dgm:spPr/>
      <dgm:t>
        <a:bodyPr/>
        <a:lstStyle/>
        <a:p>
          <a:endParaRPr lang="en-US"/>
        </a:p>
      </dgm:t>
    </dgm:pt>
    <dgm:pt modelId="{07D5ABEE-D14E-4B23-AC05-A3BEF6318C30}">
      <dgm:prSet/>
      <dgm:spPr/>
      <dgm:t>
        <a:bodyPr/>
        <a:lstStyle/>
        <a:p>
          <a:r>
            <a:rPr lang="en-US"/>
            <a:t>Payment</a:t>
          </a:r>
        </a:p>
      </dgm:t>
    </dgm:pt>
    <dgm:pt modelId="{37C4AF3D-990B-4567-BD93-EA6A951E5B29}" type="parTrans" cxnId="{84432A86-26EC-4FCF-98F8-A67086FE7F49}">
      <dgm:prSet/>
      <dgm:spPr/>
      <dgm:t>
        <a:bodyPr/>
        <a:lstStyle/>
        <a:p>
          <a:endParaRPr lang="en-US"/>
        </a:p>
      </dgm:t>
    </dgm:pt>
    <dgm:pt modelId="{A8C59A95-4400-47B2-805F-3DE8C6435632}" type="sibTrans" cxnId="{84432A86-26EC-4FCF-98F8-A67086FE7F49}">
      <dgm:prSet/>
      <dgm:spPr/>
      <dgm:t>
        <a:bodyPr/>
        <a:lstStyle/>
        <a:p>
          <a:endParaRPr lang="en-US"/>
        </a:p>
      </dgm:t>
    </dgm:pt>
    <dgm:pt modelId="{95851F38-FEA7-4B3C-AB20-C73AEDF89A0B}">
      <dgm:prSet/>
      <dgm:spPr/>
      <dgm:t>
        <a:bodyPr/>
        <a:lstStyle/>
        <a:p>
          <a:r>
            <a:rPr lang="en-US"/>
            <a:t>Commission</a:t>
          </a:r>
        </a:p>
      </dgm:t>
    </dgm:pt>
    <dgm:pt modelId="{0F6CAC71-DC06-4EAC-BE0D-DEDB917E67F8}" type="parTrans" cxnId="{825CEA44-FF0D-4AC3-A6DA-D2131ED58BD7}">
      <dgm:prSet/>
      <dgm:spPr/>
      <dgm:t>
        <a:bodyPr/>
        <a:lstStyle/>
        <a:p>
          <a:endParaRPr lang="en-US"/>
        </a:p>
      </dgm:t>
    </dgm:pt>
    <dgm:pt modelId="{BDF4380A-1D44-4985-AA1A-AAC163E32F6E}" type="sibTrans" cxnId="{825CEA44-FF0D-4AC3-A6DA-D2131ED58BD7}">
      <dgm:prSet/>
      <dgm:spPr/>
      <dgm:t>
        <a:bodyPr/>
        <a:lstStyle/>
        <a:p>
          <a:endParaRPr lang="en-US"/>
        </a:p>
      </dgm:t>
    </dgm:pt>
    <dgm:pt modelId="{A836979B-0A60-4698-B453-E006A60A187D}">
      <dgm:prSet/>
      <dgm:spPr/>
      <dgm:t>
        <a:bodyPr/>
        <a:lstStyle/>
        <a:p>
          <a:r>
            <a:rPr lang="en-US"/>
            <a:t>Product_Transport</a:t>
          </a:r>
        </a:p>
      </dgm:t>
    </dgm:pt>
    <dgm:pt modelId="{4FCBBBF9-0F94-4164-982A-2F58C6B75ADD}" type="parTrans" cxnId="{A2DB2051-94E9-48BE-94C9-7A19E3A5FEE5}">
      <dgm:prSet/>
      <dgm:spPr/>
      <dgm:t>
        <a:bodyPr/>
        <a:lstStyle/>
        <a:p>
          <a:endParaRPr lang="en-US"/>
        </a:p>
      </dgm:t>
    </dgm:pt>
    <dgm:pt modelId="{D860EC99-02FB-4CEE-B4F8-9C77D6A91D1E}" type="sibTrans" cxnId="{A2DB2051-94E9-48BE-94C9-7A19E3A5FEE5}">
      <dgm:prSet/>
      <dgm:spPr/>
      <dgm:t>
        <a:bodyPr/>
        <a:lstStyle/>
        <a:p>
          <a:endParaRPr lang="en-US"/>
        </a:p>
      </dgm:t>
    </dgm:pt>
    <dgm:pt modelId="{F1F0D6AA-3378-4645-B3B0-3D22A2C079EB}" type="pres">
      <dgm:prSet presAssocID="{18F70329-6762-411E-A4BC-B648D902D69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A014ADA-3FB9-4D01-BCDC-AD279584ECF5}" type="pres">
      <dgm:prSet presAssocID="{720C310C-120A-4634-8EDE-948D920265C0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42FB60-CD70-43C8-956B-E4E08BDB678A}" type="pres">
      <dgm:prSet presAssocID="{0306F9E3-8C38-47F7-911F-AE3280347B91}" presName="spacer" presStyleCnt="0"/>
      <dgm:spPr/>
    </dgm:pt>
    <dgm:pt modelId="{5D8E6C78-1D97-47C3-9707-95B6248188E3}" type="pres">
      <dgm:prSet presAssocID="{55160902-9C43-40E6-BE97-83B662BE7069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CCC9E1-5D10-48BE-AD05-BEB48F487830}" type="pres">
      <dgm:prSet presAssocID="{43D6093B-EFAC-42BE-9430-29E656BFE4C7}" presName="spacer" presStyleCnt="0"/>
      <dgm:spPr/>
    </dgm:pt>
    <dgm:pt modelId="{DAE8DFC9-C869-454A-AC07-7708EC121D21}" type="pres">
      <dgm:prSet presAssocID="{3B7934F5-4D6A-48BA-8F8A-8C2A4D184DB4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A5ADBE-C0C0-4483-95D0-17CB16331C8F}" type="pres">
      <dgm:prSet presAssocID="{DE6C310F-A31B-45CA-9B78-CAF9F754FA68}" presName="spacer" presStyleCnt="0"/>
      <dgm:spPr/>
    </dgm:pt>
    <dgm:pt modelId="{FB9877EA-A19C-4A41-8B2C-221AF680B987}" type="pres">
      <dgm:prSet presAssocID="{07D5ABEE-D14E-4B23-AC05-A3BEF6318C30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9739DD-3E32-41D0-B240-C831AE2C582E}" type="pres">
      <dgm:prSet presAssocID="{A8C59A95-4400-47B2-805F-3DE8C6435632}" presName="spacer" presStyleCnt="0"/>
      <dgm:spPr/>
    </dgm:pt>
    <dgm:pt modelId="{C32C9505-3881-43EF-8E53-721474426070}" type="pres">
      <dgm:prSet presAssocID="{95851F38-FEA7-4B3C-AB20-C73AEDF89A0B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5E5F71-A118-4E43-83B0-E726337BD6B2}" type="pres">
      <dgm:prSet presAssocID="{BDF4380A-1D44-4985-AA1A-AAC163E32F6E}" presName="spacer" presStyleCnt="0"/>
      <dgm:spPr/>
    </dgm:pt>
    <dgm:pt modelId="{8777AAF8-AEFD-4052-9519-A133186FEC39}" type="pres">
      <dgm:prSet presAssocID="{A836979B-0A60-4698-B453-E006A60A187D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25CEA44-FF0D-4AC3-A6DA-D2131ED58BD7}" srcId="{18F70329-6762-411E-A4BC-B648D902D698}" destId="{95851F38-FEA7-4B3C-AB20-C73AEDF89A0B}" srcOrd="4" destOrd="0" parTransId="{0F6CAC71-DC06-4EAC-BE0D-DEDB917E67F8}" sibTransId="{BDF4380A-1D44-4985-AA1A-AAC163E32F6E}"/>
    <dgm:cxn modelId="{A1F7359A-1716-4F54-9B62-554D40FEA4EE}" type="presOf" srcId="{3B7934F5-4D6A-48BA-8F8A-8C2A4D184DB4}" destId="{DAE8DFC9-C869-454A-AC07-7708EC121D21}" srcOrd="0" destOrd="0" presId="urn:microsoft.com/office/officeart/2005/8/layout/vList2"/>
    <dgm:cxn modelId="{D100CC74-87F4-4B4C-8790-68543873484C}" srcId="{18F70329-6762-411E-A4BC-B648D902D698}" destId="{55160902-9C43-40E6-BE97-83B662BE7069}" srcOrd="1" destOrd="0" parTransId="{057AAB52-A890-48E1-95E1-E5495FF45360}" sibTransId="{43D6093B-EFAC-42BE-9430-29E656BFE4C7}"/>
    <dgm:cxn modelId="{57A349CF-EE40-4773-B550-AB09B072941E}" type="presOf" srcId="{720C310C-120A-4634-8EDE-948D920265C0}" destId="{CA014ADA-3FB9-4D01-BCDC-AD279584ECF5}" srcOrd="0" destOrd="0" presId="urn:microsoft.com/office/officeart/2005/8/layout/vList2"/>
    <dgm:cxn modelId="{C5CA8597-3055-4E1C-96A4-479B352680A1}" srcId="{18F70329-6762-411E-A4BC-B648D902D698}" destId="{720C310C-120A-4634-8EDE-948D920265C0}" srcOrd="0" destOrd="0" parTransId="{2DC98AC5-091E-4A46-A1E5-EF549EAE43D8}" sibTransId="{0306F9E3-8C38-47F7-911F-AE3280347B91}"/>
    <dgm:cxn modelId="{5208A8CF-43D0-410B-AC0C-7120FBA9ADA5}" type="presOf" srcId="{07D5ABEE-D14E-4B23-AC05-A3BEF6318C30}" destId="{FB9877EA-A19C-4A41-8B2C-221AF680B987}" srcOrd="0" destOrd="0" presId="urn:microsoft.com/office/officeart/2005/8/layout/vList2"/>
    <dgm:cxn modelId="{A2DB2051-94E9-48BE-94C9-7A19E3A5FEE5}" srcId="{18F70329-6762-411E-A4BC-B648D902D698}" destId="{A836979B-0A60-4698-B453-E006A60A187D}" srcOrd="5" destOrd="0" parTransId="{4FCBBBF9-0F94-4164-982A-2F58C6B75ADD}" sibTransId="{D860EC99-02FB-4CEE-B4F8-9C77D6A91D1E}"/>
    <dgm:cxn modelId="{63C63304-98A7-4666-A684-95D890E41197}" type="presOf" srcId="{55160902-9C43-40E6-BE97-83B662BE7069}" destId="{5D8E6C78-1D97-47C3-9707-95B6248188E3}" srcOrd="0" destOrd="0" presId="urn:microsoft.com/office/officeart/2005/8/layout/vList2"/>
    <dgm:cxn modelId="{A1141A5A-A0D4-40CC-B374-AF3FE83138CD}" srcId="{18F70329-6762-411E-A4BC-B648D902D698}" destId="{3B7934F5-4D6A-48BA-8F8A-8C2A4D184DB4}" srcOrd="2" destOrd="0" parTransId="{46AEC75F-A4CC-4E52-BA08-0BDBC1A7A238}" sibTransId="{DE6C310F-A31B-45CA-9B78-CAF9F754FA68}"/>
    <dgm:cxn modelId="{84432A86-26EC-4FCF-98F8-A67086FE7F49}" srcId="{18F70329-6762-411E-A4BC-B648D902D698}" destId="{07D5ABEE-D14E-4B23-AC05-A3BEF6318C30}" srcOrd="3" destOrd="0" parTransId="{37C4AF3D-990B-4567-BD93-EA6A951E5B29}" sibTransId="{A8C59A95-4400-47B2-805F-3DE8C6435632}"/>
    <dgm:cxn modelId="{C37FF273-8173-44D3-B2B8-2B88D3BAA226}" type="presOf" srcId="{A836979B-0A60-4698-B453-E006A60A187D}" destId="{8777AAF8-AEFD-4052-9519-A133186FEC39}" srcOrd="0" destOrd="0" presId="urn:microsoft.com/office/officeart/2005/8/layout/vList2"/>
    <dgm:cxn modelId="{164DCAB9-88B3-4273-9DC6-78C54270D494}" type="presOf" srcId="{18F70329-6762-411E-A4BC-B648D902D698}" destId="{F1F0D6AA-3378-4645-B3B0-3D22A2C079EB}" srcOrd="0" destOrd="0" presId="urn:microsoft.com/office/officeart/2005/8/layout/vList2"/>
    <dgm:cxn modelId="{C7AFD546-7453-4F44-898B-0A64D785C55F}" type="presOf" srcId="{95851F38-FEA7-4B3C-AB20-C73AEDF89A0B}" destId="{C32C9505-3881-43EF-8E53-721474426070}" srcOrd="0" destOrd="0" presId="urn:microsoft.com/office/officeart/2005/8/layout/vList2"/>
    <dgm:cxn modelId="{FE2A3A7D-B6AC-49C7-899A-8B0867750932}" type="presParOf" srcId="{F1F0D6AA-3378-4645-B3B0-3D22A2C079EB}" destId="{CA014ADA-3FB9-4D01-BCDC-AD279584ECF5}" srcOrd="0" destOrd="0" presId="urn:microsoft.com/office/officeart/2005/8/layout/vList2"/>
    <dgm:cxn modelId="{225D429D-D5F5-4EBA-A9EC-71B543C7E792}" type="presParOf" srcId="{F1F0D6AA-3378-4645-B3B0-3D22A2C079EB}" destId="{8942FB60-CD70-43C8-956B-E4E08BDB678A}" srcOrd="1" destOrd="0" presId="urn:microsoft.com/office/officeart/2005/8/layout/vList2"/>
    <dgm:cxn modelId="{2AD3E63A-3D46-42EF-A3A0-AF829A6A8100}" type="presParOf" srcId="{F1F0D6AA-3378-4645-B3B0-3D22A2C079EB}" destId="{5D8E6C78-1D97-47C3-9707-95B6248188E3}" srcOrd="2" destOrd="0" presId="urn:microsoft.com/office/officeart/2005/8/layout/vList2"/>
    <dgm:cxn modelId="{85E31346-7716-4D8A-88BA-05E6999EF682}" type="presParOf" srcId="{F1F0D6AA-3378-4645-B3B0-3D22A2C079EB}" destId="{E9CCC9E1-5D10-48BE-AD05-BEB48F487830}" srcOrd="3" destOrd="0" presId="urn:microsoft.com/office/officeart/2005/8/layout/vList2"/>
    <dgm:cxn modelId="{B2DB370B-44B3-4E30-B94C-B5AD9C7F3EA6}" type="presParOf" srcId="{F1F0D6AA-3378-4645-B3B0-3D22A2C079EB}" destId="{DAE8DFC9-C869-454A-AC07-7708EC121D21}" srcOrd="4" destOrd="0" presId="urn:microsoft.com/office/officeart/2005/8/layout/vList2"/>
    <dgm:cxn modelId="{91B2E9DD-D971-4109-8817-80723E0FA2F2}" type="presParOf" srcId="{F1F0D6AA-3378-4645-B3B0-3D22A2C079EB}" destId="{16A5ADBE-C0C0-4483-95D0-17CB16331C8F}" srcOrd="5" destOrd="0" presId="urn:microsoft.com/office/officeart/2005/8/layout/vList2"/>
    <dgm:cxn modelId="{1E2E82EF-1FFD-4F54-82C7-3C2A2027D4E5}" type="presParOf" srcId="{F1F0D6AA-3378-4645-B3B0-3D22A2C079EB}" destId="{FB9877EA-A19C-4A41-8B2C-221AF680B987}" srcOrd="6" destOrd="0" presId="urn:microsoft.com/office/officeart/2005/8/layout/vList2"/>
    <dgm:cxn modelId="{623C6A27-9B7D-410A-A6DA-38BFD816A073}" type="presParOf" srcId="{F1F0D6AA-3378-4645-B3B0-3D22A2C079EB}" destId="{3E9739DD-3E32-41D0-B240-C831AE2C582E}" srcOrd="7" destOrd="0" presId="urn:microsoft.com/office/officeart/2005/8/layout/vList2"/>
    <dgm:cxn modelId="{B1416C93-627F-4785-9F72-09A8A28B785C}" type="presParOf" srcId="{F1F0D6AA-3378-4645-B3B0-3D22A2C079EB}" destId="{C32C9505-3881-43EF-8E53-721474426070}" srcOrd="8" destOrd="0" presId="urn:microsoft.com/office/officeart/2005/8/layout/vList2"/>
    <dgm:cxn modelId="{438B1364-DAD4-454D-990C-F0C60C43AE46}" type="presParOf" srcId="{F1F0D6AA-3378-4645-B3B0-3D22A2C079EB}" destId="{F05E5F71-A118-4E43-83B0-E726337BD6B2}" srcOrd="9" destOrd="0" presId="urn:microsoft.com/office/officeart/2005/8/layout/vList2"/>
    <dgm:cxn modelId="{6D5FE342-B4F3-46AB-9C7D-31A70E114B4F}" type="presParOf" srcId="{F1F0D6AA-3378-4645-B3B0-3D22A2C079EB}" destId="{8777AAF8-AEFD-4052-9519-A133186FEC3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14ADA-3FB9-4D01-BCDC-AD279584ECF5}">
      <dsp:nvSpPr>
        <dsp:cNvPr id="0" name=""/>
        <dsp:cNvSpPr/>
      </dsp:nvSpPr>
      <dsp:spPr>
        <a:xfrm>
          <a:off x="0" y="38484"/>
          <a:ext cx="10515600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Product </a:t>
          </a:r>
        </a:p>
      </dsp:txBody>
      <dsp:txXfrm>
        <a:off x="31613" y="70097"/>
        <a:ext cx="10452374" cy="584369"/>
      </dsp:txXfrm>
    </dsp:sp>
    <dsp:sp modelId="{5D8E6C78-1D97-47C3-9707-95B6248188E3}">
      <dsp:nvSpPr>
        <dsp:cNvPr id="0" name=""/>
        <dsp:cNvSpPr/>
      </dsp:nvSpPr>
      <dsp:spPr>
        <a:xfrm>
          <a:off x="0" y="763839"/>
          <a:ext cx="10515600" cy="647595"/>
        </a:xfrm>
        <a:prstGeom prst="round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Bachelor_Buyer </a:t>
          </a:r>
        </a:p>
      </dsp:txBody>
      <dsp:txXfrm>
        <a:off x="31613" y="795452"/>
        <a:ext cx="10452374" cy="584369"/>
      </dsp:txXfrm>
    </dsp:sp>
    <dsp:sp modelId="{DAE8DFC9-C869-454A-AC07-7708EC121D21}">
      <dsp:nvSpPr>
        <dsp:cNvPr id="0" name=""/>
        <dsp:cNvSpPr/>
      </dsp:nvSpPr>
      <dsp:spPr>
        <a:xfrm>
          <a:off x="0" y="1489194"/>
          <a:ext cx="10515600" cy="647595"/>
        </a:xfrm>
        <a:prstGeom prst="round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Commercial_Buyer</a:t>
          </a:r>
        </a:p>
      </dsp:txBody>
      <dsp:txXfrm>
        <a:off x="31613" y="1520807"/>
        <a:ext cx="10452374" cy="584369"/>
      </dsp:txXfrm>
    </dsp:sp>
    <dsp:sp modelId="{FB9877EA-A19C-4A41-8B2C-221AF680B987}">
      <dsp:nvSpPr>
        <dsp:cNvPr id="0" name=""/>
        <dsp:cNvSpPr/>
      </dsp:nvSpPr>
      <dsp:spPr>
        <a:xfrm>
          <a:off x="0" y="2214549"/>
          <a:ext cx="10515600" cy="647595"/>
        </a:xfrm>
        <a:prstGeom prst="round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Payment</a:t>
          </a:r>
        </a:p>
      </dsp:txBody>
      <dsp:txXfrm>
        <a:off x="31613" y="2246162"/>
        <a:ext cx="10452374" cy="584369"/>
      </dsp:txXfrm>
    </dsp:sp>
    <dsp:sp modelId="{C32C9505-3881-43EF-8E53-721474426070}">
      <dsp:nvSpPr>
        <dsp:cNvPr id="0" name=""/>
        <dsp:cNvSpPr/>
      </dsp:nvSpPr>
      <dsp:spPr>
        <a:xfrm>
          <a:off x="0" y="2939904"/>
          <a:ext cx="10515600" cy="647595"/>
        </a:xfrm>
        <a:prstGeom prst="round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Commission</a:t>
          </a:r>
        </a:p>
      </dsp:txBody>
      <dsp:txXfrm>
        <a:off x="31613" y="2971517"/>
        <a:ext cx="10452374" cy="584369"/>
      </dsp:txXfrm>
    </dsp:sp>
    <dsp:sp modelId="{8777AAF8-AEFD-4052-9519-A133186FEC39}">
      <dsp:nvSpPr>
        <dsp:cNvPr id="0" name=""/>
        <dsp:cNvSpPr/>
      </dsp:nvSpPr>
      <dsp:spPr>
        <a:xfrm>
          <a:off x="0" y="3665259"/>
          <a:ext cx="10515600" cy="64759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Product_Transport</a:t>
          </a:r>
        </a:p>
      </dsp:txBody>
      <dsp:txXfrm>
        <a:off x="31613" y="3696872"/>
        <a:ext cx="104523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3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5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7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5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1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3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7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2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52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58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88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11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05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87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68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7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70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45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73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032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7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01/14/2021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6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01/14/2021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1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0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7420B-D4B1-47CC-80EF-9658E610F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US" sz="5600">
                <a:solidFill>
                  <a:srgbClr val="FFFFFF"/>
                </a:solidFill>
              </a:rPr>
              <a:t>Bachelor Life Hack</a:t>
            </a:r>
          </a:p>
        </p:txBody>
      </p: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72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2DEA3-1289-44E3-9A65-2535D7B06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2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A58F4-290C-4D9F-9159-670B14031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The main goal is to provide a platform for students and job holders where they can get easy access to buy and sell used products.</a:t>
            </a:r>
            <a:b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</a:br>
            <a:endParaRPr lang="en-US" sz="20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We can save data about product, buyer, payment , commission and transportation of product.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005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99F2D-66CB-4F90-ABCE-575798CF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Entity List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E5667280-A41D-4C30-8F2D-B2172BEC6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9135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03762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E3D5-E657-401C-9AB4-6B05D66D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 Diagram</a:t>
            </a:r>
          </a:p>
        </p:txBody>
      </p:sp>
      <p:pic>
        <p:nvPicPr>
          <p:cNvPr id="4" name="Picture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58224283-C50C-415F-9E88-1F7B14F5D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4404" y="1292813"/>
            <a:ext cx="6505004" cy="5109424"/>
          </a:xfrm>
        </p:spPr>
      </p:pic>
    </p:spTree>
    <p:extLst>
      <p:ext uri="{BB962C8B-B14F-4D97-AF65-F5344CB8AC3E}">
        <p14:creationId xmlns:p14="http://schemas.microsoft.com/office/powerpoint/2010/main" val="134908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6EBE-463F-4DE6-A89B-5C25CA49C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4" y="424873"/>
            <a:ext cx="11591637" cy="616427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b="1" i="1" dirty="0">
                <a:latin typeface="Elephant"/>
              </a:rPr>
              <a:t/>
            </a:r>
            <a:br>
              <a:rPr lang="en-US" b="1" i="1" dirty="0">
                <a:latin typeface="Elephant"/>
              </a:rPr>
            </a:br>
            <a:r>
              <a:rPr lang="en-US" b="1" i="1" dirty="0">
                <a:latin typeface="Elephant"/>
              </a:rPr>
              <a:t/>
            </a:r>
            <a:br>
              <a:rPr lang="en-US" b="1" i="1" dirty="0">
                <a:latin typeface="Elephant"/>
              </a:rPr>
            </a:br>
            <a:r>
              <a:rPr lang="en-US" b="1" i="1" dirty="0">
                <a:latin typeface="Elephant"/>
              </a:rPr>
              <a:t/>
            </a:r>
            <a:br>
              <a:rPr lang="en-US" b="1" i="1" dirty="0">
                <a:latin typeface="Elephant"/>
              </a:rPr>
            </a:br>
            <a:endParaRPr lang="en-US" b="1" i="1" dirty="0">
              <a:latin typeface="Elephant"/>
            </a:endParaRPr>
          </a:p>
          <a:p>
            <a:pPr marL="0" indent="0">
              <a:buNone/>
            </a:pPr>
            <a:r>
              <a:rPr lang="en-US" b="1" dirty="0">
                <a:latin typeface="Elephant"/>
              </a:rPr>
              <a:t/>
            </a:r>
            <a:br>
              <a:rPr lang="en-US" b="1" dirty="0">
                <a:latin typeface="Elephant"/>
              </a:rPr>
            </a:br>
            <a:r>
              <a:rPr lang="en-US" dirty="0">
                <a:latin typeface="Times New Roman"/>
                <a:cs typeface="Times New Roman"/>
              </a:rPr>
              <a:t>select * from product;</a:t>
            </a:r>
          </a:p>
        </p:txBody>
      </p:sp>
      <p:pic>
        <p:nvPicPr>
          <p:cNvPr id="7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C9E996E-8873-42AC-A39F-C440FF946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1" y="740884"/>
            <a:ext cx="7208806" cy="539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630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8401-2F71-465D-B64C-356B021B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990888"/>
            <a:ext cx="4175184" cy="572765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Select distinct </a:t>
            </a:r>
            <a:r>
              <a:rPr lang="en-US" sz="1600" dirty="0" err="1">
                <a:ea typeface="+mn-lt"/>
                <a:cs typeface="+mn-lt"/>
              </a:rPr>
              <a:t>concat</a:t>
            </a:r>
            <a:r>
              <a:rPr lang="en-US" sz="1600" dirty="0">
                <a:ea typeface="+mn-lt"/>
                <a:cs typeface="+mn-lt"/>
              </a:rPr>
              <a:t>(f.first_name,"",</a:t>
            </a:r>
            <a:r>
              <a:rPr lang="en-US" sz="1600" dirty="0" err="1">
                <a:ea typeface="+mn-lt"/>
                <a:cs typeface="+mn-lt"/>
              </a:rPr>
              <a:t>f.last_name</a:t>
            </a:r>
            <a:r>
              <a:rPr lang="en-US" sz="1600" dirty="0">
                <a:ea typeface="+mn-lt"/>
                <a:cs typeface="+mn-lt"/>
              </a:rPr>
              <a:t>," " "buys" ," ",</a:t>
            </a:r>
            <a:r>
              <a:rPr lang="en-US" sz="1600" dirty="0" err="1">
                <a:ea typeface="+mn-lt"/>
                <a:cs typeface="+mn-lt"/>
              </a:rPr>
              <a:t>p.Product_name</a:t>
            </a:r>
            <a:r>
              <a:rPr lang="en-US" sz="1600" dirty="0">
                <a:ea typeface="+mn-lt"/>
                <a:cs typeface="+mn-lt"/>
              </a:rPr>
              <a:t>," " "with" " ",</a:t>
            </a:r>
            <a:r>
              <a:rPr lang="en-US" sz="1600" dirty="0" err="1">
                <a:ea typeface="+mn-lt"/>
                <a:cs typeface="+mn-lt"/>
              </a:rPr>
              <a:t>c.commission_percentage</a:t>
            </a:r>
            <a:r>
              <a:rPr lang="en-US" sz="1600" dirty="0">
                <a:ea typeface="+mn-lt"/>
                <a:cs typeface="+mn-lt"/>
              </a:rPr>
              <a:t>," " "commission")as "Item purchased by job Holder with commission"</a:t>
            </a: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from </a:t>
            </a:r>
            <a:r>
              <a:rPr lang="en-US" sz="1600" dirty="0" err="1">
                <a:ea typeface="+mn-lt"/>
                <a:cs typeface="+mn-lt"/>
              </a:rPr>
              <a:t>bachelor_buyer</a:t>
            </a:r>
            <a:r>
              <a:rPr lang="en-US" sz="1600" dirty="0">
                <a:ea typeface="+mn-lt"/>
                <a:cs typeface="+mn-lt"/>
              </a:rPr>
              <a:t> as f</a:t>
            </a: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join product as p</a:t>
            </a:r>
            <a:endParaRPr lang="en-US" sz="1600" dirty="0">
              <a:cs typeface="Calibri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on </a:t>
            </a:r>
            <a:r>
              <a:rPr lang="en-US" sz="1600" dirty="0" err="1">
                <a:ea typeface="+mn-lt"/>
                <a:cs typeface="+mn-lt"/>
              </a:rPr>
              <a:t>f.product_code</a:t>
            </a:r>
            <a:r>
              <a:rPr lang="en-US" sz="1600" dirty="0">
                <a:ea typeface="+mn-lt"/>
                <a:cs typeface="+mn-lt"/>
              </a:rPr>
              <a:t>=</a:t>
            </a:r>
            <a:r>
              <a:rPr lang="en-US" sz="1600" dirty="0" err="1">
                <a:ea typeface="+mn-lt"/>
                <a:cs typeface="+mn-lt"/>
              </a:rPr>
              <a:t>p.product_code</a:t>
            </a:r>
            <a:endParaRPr lang="en-US" sz="1600" dirty="0" err="1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join commission as c</a:t>
            </a:r>
            <a:endParaRPr lang="en-US" sz="1600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on </a:t>
            </a:r>
            <a:r>
              <a:rPr lang="en-US" sz="1600" dirty="0" err="1">
                <a:ea typeface="+mn-lt"/>
                <a:cs typeface="+mn-lt"/>
              </a:rPr>
              <a:t>p.product_code</a:t>
            </a:r>
            <a:r>
              <a:rPr lang="en-US" sz="1600" dirty="0">
                <a:ea typeface="+mn-lt"/>
                <a:cs typeface="+mn-lt"/>
              </a:rPr>
              <a:t>=</a:t>
            </a:r>
            <a:r>
              <a:rPr lang="en-US" sz="1600" dirty="0" err="1">
                <a:ea typeface="+mn-lt"/>
                <a:cs typeface="+mn-lt"/>
              </a:rPr>
              <a:t>c.product_code</a:t>
            </a:r>
            <a:endParaRPr lang="en-US" sz="1600" dirty="0" err="1">
              <a:cs typeface="Calibri" panose="020F0502020204030204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where </a:t>
            </a:r>
            <a:r>
              <a:rPr lang="en-US" sz="1600" dirty="0" err="1">
                <a:ea typeface="+mn-lt"/>
                <a:cs typeface="+mn-lt"/>
              </a:rPr>
              <a:t>buyer_status</a:t>
            </a:r>
            <a:r>
              <a:rPr lang="en-US" sz="1600" dirty="0">
                <a:ea typeface="+mn-lt"/>
                <a:cs typeface="+mn-lt"/>
              </a:rPr>
              <a:t>="job holder</a:t>
            </a:r>
            <a:r>
              <a:rPr lang="en-US" sz="1600">
                <a:ea typeface="+mn-lt"/>
                <a:cs typeface="+mn-lt"/>
              </a:rPr>
              <a:t>";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A488D-FD0F-4819-A155-6568A649126B}"/>
              </a:ext>
            </a:extLst>
          </p:cNvPr>
          <p:cNvSpPr txBox="1"/>
          <p:nvPr/>
        </p:nvSpPr>
        <p:spPr>
          <a:xfrm>
            <a:off x="4724400" y="626854"/>
            <a:ext cx="73151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61D1EE9-4CD4-4870-9A9D-324121DD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107" y="280808"/>
            <a:ext cx="7065033" cy="4844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9FDCB4-2D5D-45DF-8F70-CD7FBF3F9B20}"/>
              </a:ext>
            </a:extLst>
          </p:cNvPr>
          <p:cNvSpPr txBox="1"/>
          <p:nvPr/>
        </p:nvSpPr>
        <p:spPr>
          <a:xfrm>
            <a:off x="303363" y="626854"/>
            <a:ext cx="39796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Items purchased by job holder  with commission</a:t>
            </a:r>
            <a:endParaRPr lang="en-US" b="1" dirty="0">
              <a:latin typeface="Times New Roman"/>
              <a:ea typeface="+mn-lt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394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A7C54-7E48-47C3-BC6D-BF369E2DF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55" y="1939793"/>
            <a:ext cx="5167224" cy="492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Select </a:t>
            </a:r>
            <a:r>
              <a:rPr lang="en-US" sz="1600" err="1">
                <a:ea typeface="+mn-lt"/>
                <a:cs typeface="+mn-lt"/>
              </a:rPr>
              <a:t>b.first_name</a:t>
            </a:r>
            <a:r>
              <a:rPr lang="en-US" sz="1600">
                <a:ea typeface="+mn-lt"/>
                <a:cs typeface="+mn-lt"/>
              </a:rPr>
              <a:t> , </a:t>
            </a:r>
            <a:r>
              <a:rPr lang="en-US" sz="1600" err="1">
                <a:ea typeface="+mn-lt"/>
                <a:cs typeface="+mn-lt"/>
              </a:rPr>
              <a:t>b.last_name</a:t>
            </a:r>
            <a:endParaRPr lang="en-US" sz="1600" err="1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from </a:t>
            </a:r>
            <a:r>
              <a:rPr lang="en-US" sz="1600" err="1">
                <a:ea typeface="+mn-lt"/>
                <a:cs typeface="+mn-lt"/>
              </a:rPr>
              <a:t>bachelor_buyer</a:t>
            </a:r>
            <a:r>
              <a:rPr lang="en-US" sz="1600">
                <a:ea typeface="+mn-lt"/>
                <a:cs typeface="+mn-lt"/>
              </a:rPr>
              <a:t> as b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where </a:t>
            </a:r>
            <a:r>
              <a:rPr lang="en-US" sz="1600" err="1">
                <a:ea typeface="+mn-lt"/>
                <a:cs typeface="+mn-lt"/>
              </a:rPr>
              <a:t>b.buyer_id</a:t>
            </a:r>
            <a:r>
              <a:rPr lang="en-US" sz="1600">
                <a:ea typeface="+mn-lt"/>
                <a:cs typeface="+mn-lt"/>
              </a:rPr>
              <a:t> in (select </a:t>
            </a:r>
            <a:r>
              <a:rPr lang="en-US" sz="1600" err="1">
                <a:ea typeface="+mn-lt"/>
                <a:cs typeface="+mn-lt"/>
              </a:rPr>
              <a:t>p.buyer_id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from payment as p 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where </a:t>
            </a:r>
            <a:r>
              <a:rPr lang="en-US" sz="1600" err="1">
                <a:ea typeface="+mn-lt"/>
                <a:cs typeface="+mn-lt"/>
              </a:rPr>
              <a:t>p.Payment_method</a:t>
            </a:r>
            <a:r>
              <a:rPr lang="en-US" sz="1600">
                <a:ea typeface="+mn-lt"/>
                <a:cs typeface="+mn-lt"/>
              </a:rPr>
              <a:t> = "</a:t>
            </a:r>
            <a:r>
              <a:rPr lang="en-US" sz="1600" err="1">
                <a:ea typeface="+mn-lt"/>
                <a:cs typeface="+mn-lt"/>
              </a:rPr>
              <a:t>Bkash</a:t>
            </a:r>
            <a:r>
              <a:rPr lang="en-US" sz="1600">
                <a:ea typeface="+mn-lt"/>
                <a:cs typeface="+mn-lt"/>
              </a:rPr>
              <a:t>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) ;-- names of all bachelor buyers who paid in </a:t>
            </a:r>
            <a:r>
              <a:rPr lang="en-US" sz="1600" err="1">
                <a:ea typeface="+mn-lt"/>
                <a:cs typeface="+mn-lt"/>
              </a:rPr>
              <a:t>Bkash</a:t>
            </a:r>
            <a:endParaRPr lang="en-US" sz="1600" err="1"/>
          </a:p>
        </p:txBody>
      </p:sp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B3E6916-855E-421B-AA27-3DE2A3B01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145" y="582732"/>
            <a:ext cx="7021901" cy="4858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698533-4ED1-4030-90AF-8795DAE7D94D}"/>
              </a:ext>
            </a:extLst>
          </p:cNvPr>
          <p:cNvSpPr txBox="1"/>
          <p:nvPr/>
        </p:nvSpPr>
        <p:spPr>
          <a:xfrm>
            <a:off x="241327" y="543606"/>
            <a:ext cx="43103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Names of all bachelor buyers who paid in </a:t>
            </a:r>
            <a:r>
              <a:rPr lang="en-US" b="1" dirty="0" err="1"/>
              <a:t>Bkash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2659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AD3DF-EC8A-4162-A6B4-F3C9C47B3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89" y="1824774"/>
            <a:ext cx="4448356" cy="33697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select </a:t>
            </a:r>
            <a:r>
              <a:rPr lang="en-US" sz="1800" dirty="0" err="1">
                <a:ea typeface="+mn-lt"/>
                <a:cs typeface="+mn-lt"/>
              </a:rPr>
              <a:t>buyer_id</a:t>
            </a:r>
            <a:r>
              <a:rPr lang="en-US" sz="1800" dirty="0">
                <a:ea typeface="+mn-lt"/>
                <a:cs typeface="+mn-lt"/>
              </a:rPr>
              <a:t>  , fare ,transport</a:t>
            </a:r>
            <a:endParaRPr lang="en-US" sz="1800">
              <a:cs typeface="Calibri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from </a:t>
            </a:r>
            <a:r>
              <a:rPr lang="en-US" sz="1800" dirty="0" err="1">
                <a:ea typeface="+mn-lt"/>
                <a:cs typeface="+mn-lt"/>
              </a:rPr>
              <a:t>product_transport</a:t>
            </a:r>
            <a:endParaRPr lang="en-US" sz="1800">
              <a:cs typeface="Calibri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where fare &gt; 2000 ;</a:t>
            </a:r>
            <a:r>
              <a:rPr lang="en-US" sz="1800" dirty="0"/>
              <a:t/>
            </a:r>
            <a:br>
              <a:rPr lang="en-US" sz="1800" dirty="0"/>
            </a:b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BA4A7-C80A-470F-ADFF-9A6D9E3D4DB6}"/>
              </a:ext>
            </a:extLst>
          </p:cNvPr>
          <p:cNvSpPr txBox="1"/>
          <p:nvPr/>
        </p:nvSpPr>
        <p:spPr>
          <a:xfrm>
            <a:off x="337709" y="887598"/>
            <a:ext cx="51010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 Buyers who paid more than 2000​</a:t>
            </a:r>
          </a:p>
        </p:txBody>
      </p:sp>
      <p:pic>
        <p:nvPicPr>
          <p:cNvPr id="6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B9714C3-A826-497A-B0FD-9C13EF1F1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220" y="841525"/>
            <a:ext cx="6863750" cy="480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6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C27A4-F5BC-4E07-88CD-D930E3A0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800">
                <a:solidFill>
                  <a:srgbClr val="FFFFFF"/>
                </a:solidFill>
              </a:rPr>
              <a:t>Conclusion</a:t>
            </a:r>
          </a:p>
        </p:txBody>
      </p:sp>
      <p:grpSp>
        <p:nvGrpSpPr>
          <p:cNvPr id="21" name="Group 2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6900C-C5E0-4E51-A8FA-8EA34A8AC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n-US" sz="2000" smtClean="0">
                <a:solidFill>
                  <a:schemeClr val="tx1">
                    <a:alpha val="80000"/>
                  </a:schemeClr>
                </a:solidFill>
              </a:rPr>
              <a:t>We 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think that our project has all the features that are required for providing an easy life for bachelors.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2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957F0-DC43-4DFC-AFB4-42B2897D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Patience 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3504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ushVTI">
  <a:themeElements>
    <a:clrScheme name="AnalogousFromRegularSeed_2SEEDS">
      <a:dk1>
        <a:srgbClr val="000000"/>
      </a:dk1>
      <a:lt1>
        <a:srgbClr val="FFFFFF"/>
      </a:lt1>
      <a:dk2>
        <a:srgbClr val="213B36"/>
      </a:dk2>
      <a:lt2>
        <a:srgbClr val="E2E5E8"/>
      </a:lt2>
      <a:accent1>
        <a:srgbClr val="B2713A"/>
      </a:accent1>
      <a:accent2>
        <a:srgbClr val="C4504C"/>
      </a:accent2>
      <a:accent3>
        <a:srgbClr val="B2A445"/>
      </a:accent3>
      <a:accent4>
        <a:srgbClr val="3AB268"/>
      </a:accent4>
      <a:accent5>
        <a:srgbClr val="45B49E"/>
      </a:accent5>
      <a:accent6>
        <a:srgbClr val="3A98B2"/>
      </a:accent6>
      <a:hlink>
        <a:srgbClr val="3F85BF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Elephant</vt:lpstr>
      <vt:lpstr>Times New Roman</vt:lpstr>
      <vt:lpstr>Office Theme</vt:lpstr>
      <vt:lpstr>BrushVTI</vt:lpstr>
      <vt:lpstr>Bachelor Life Hack</vt:lpstr>
      <vt:lpstr>Goals</vt:lpstr>
      <vt:lpstr>Entity List</vt:lpstr>
      <vt:lpstr>ER Diagram</vt:lpstr>
      <vt:lpstr>PowerPoint Presentation</vt:lpstr>
      <vt:lpstr>PowerPoint Presentation</vt:lpstr>
      <vt:lpstr>PowerPoint Presentation</vt:lpstr>
      <vt:lpstr>PowerPoint Presentation</vt:lpstr>
      <vt:lpstr>Conclusion</vt:lpstr>
      <vt:lpstr>Thank You For Your Patience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PC</dc:creator>
  <cp:lastModifiedBy>Tushar Sarkar</cp:lastModifiedBy>
  <cp:revision>25</cp:revision>
  <dcterms:created xsi:type="dcterms:W3CDTF">2021-01-13T17:32:42Z</dcterms:created>
  <dcterms:modified xsi:type="dcterms:W3CDTF">2021-01-14T06:39:56Z</dcterms:modified>
</cp:coreProperties>
</file>